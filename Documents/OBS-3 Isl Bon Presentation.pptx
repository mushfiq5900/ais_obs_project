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3A50"/>
                </a:solidFill>
                <a:latin typeface="Arial"/>
              </a:rPr>
              <a:t>Overall Performance (0–6)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MPPI</c:v>
                </c:pt>
              </c:strCache>
            </c:strRef>
          </c:tx>
          <c:spPr>
            <a:ln w="2540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Success</c:v>
                </c:pt>
                <c:pt idx="1">
                  <c:v>Path Eff.</c:v>
                </c:pt>
                <c:pt idx="2">
                  <c:v>Safety</c:v>
                </c:pt>
                <c:pt idx="3">
                  <c:v>Smoothness</c:v>
                </c:pt>
                <c:pt idx="4">
                  <c:v>Dynamic</c:v>
                </c:pt>
                <c:pt idx="5">
                  <c:v>Replanning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64-4707-94E7-29DB90FB2D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DWA</c:v>
                </c:pt>
              </c:strCache>
            </c:strRef>
          </c:tx>
          <c:spPr>
            <a:ln w="25400" cap="flat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Success</c:v>
                </c:pt>
                <c:pt idx="1">
                  <c:v>Path Eff.</c:v>
                </c:pt>
                <c:pt idx="2">
                  <c:v>Safety</c:v>
                </c:pt>
                <c:pt idx="3">
                  <c:v>Smoothness</c:v>
                </c:pt>
                <c:pt idx="4">
                  <c:v>Dynamic</c:v>
                </c:pt>
                <c:pt idx="5">
                  <c:v>Replanning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64-4707-94E7-29DB90FB2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876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533906"/>
            <a:ext cx="5303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Avoidance in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Navigation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ROS 2</a:t>
            </a:r>
          </a:p>
          <a:p>
            <a:r>
              <a:rPr lang="en-US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OBS-3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1480" y="3246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MPPI vs. DWA Local Planners  |  ROS 2 Jazzy + Gazebo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502920"/>
            <a:ext cx="2468880" cy="3383280"/>
          </a:xfrm>
          <a:prstGeom prst="rect">
            <a:avLst/>
          </a:prstGeom>
          <a:solidFill>
            <a:srgbClr val="1C729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50292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42245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Mushfiqul Islam - 1438422  |  Rezoyana Islam Bonna - 1502329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Peter Nauth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12B861-3C45-BD88-61EB-D56400304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476" y="671732"/>
            <a:ext cx="2198077" cy="30562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569F16-5EC8-7837-8F27-47914CC2C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74" y="342508"/>
            <a:ext cx="1878037" cy="7851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14984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14984"/>
            <a:ext cx="41148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149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TurtleBot3 Burger in ROS 2 Jazzy
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MPPI vs. DWA local planners
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scenarios: static, narrow, dynamic, mixed
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experiment runs with automated metrics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182112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19659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1821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56616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fixed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obstacles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50592" y="3182112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50592" y="3182112"/>
            <a:ext cx="1965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50592" y="31821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50592" y="356616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m gap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26864" y="3182112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26864" y="3182112"/>
            <a:ext cx="19659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26864" y="31821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26864" y="356616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moving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03136" y="3182112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03136" y="3182112"/>
            <a:ext cx="19659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03136" y="31821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03136" y="356616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1121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1480" y="2268415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in Action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" y="302736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A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  +  Gazebo Harmonic  +  Nav2  +  TurtleBot3 Burger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Key Numbers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011680" cy="1417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74320" y="17190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MPPI  |  3 / 8 runs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804672"/>
            <a:ext cx="2011680" cy="14173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23160" y="80467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423160" y="17190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 |  0 / 8 runs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868680"/>
            <a:ext cx="38404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MPPI navigated successfully:
</a:t>
            </a: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Static scenario (2 of 3 runs)
✓  Narrow passage scenario
</a:t>
            </a: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Dynamic &amp; Mixed (timeout)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77440"/>
          <a:ext cx="8595360" cy="24231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Dist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Near-Coll.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2.53 / 3.49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3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radius = 0.22 m  |  Goal = 4.0 m straight line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Performance Graphs</a:t>
            </a:r>
            <a:endParaRPr lang="en-US" sz="2200" dirty="0"/>
          </a:p>
        </p:txBody>
      </p:sp>
      <p:pic>
        <p:nvPicPr>
          <p:cNvPr id="5" name="Image 0" descr="/home/claude/graph7_success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2926080" cy="1920240"/>
          </a:xfrm>
          <a:prstGeom prst="rect">
            <a:avLst/>
          </a:prstGeom>
        </p:spPr>
      </p:pic>
      <p:pic>
        <p:nvPicPr>
          <p:cNvPr id="6" name="Image 1" descr="/home/claude/graph3_near_collis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777240"/>
            <a:ext cx="2743200" cy="1920240"/>
          </a:xfrm>
          <a:prstGeom prst="rect">
            <a:avLst/>
          </a:prstGeom>
        </p:spPr>
      </p:pic>
      <p:pic>
        <p:nvPicPr>
          <p:cNvPr id="7" name="Image 2" descr="/home/claude/graph4_min_dis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777240"/>
            <a:ext cx="2651760" cy="1920240"/>
          </a:xfrm>
          <a:prstGeom prst="rect">
            <a:avLst/>
          </a:prstGeom>
        </p:spPr>
      </p:pic>
      <p:graphicFrame>
        <p:nvGraphicFramePr>
          <p:cNvPr id="8" name="Chart 0"/>
          <p:cNvGraphicFramePr/>
          <p:nvPr/>
        </p:nvGraphicFramePr>
        <p:xfrm>
          <a:off x="274320" y="2834640"/>
          <a:ext cx="41148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Shape 3"/>
          <p:cNvSpPr/>
          <p:nvPr/>
        </p:nvSpPr>
        <p:spPr>
          <a:xfrm>
            <a:off x="4572000" y="2834640"/>
            <a:ext cx="4297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4572000" y="2834640"/>
            <a:ext cx="42976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/>
          <p:nvPr/>
        </p:nvSpPr>
        <p:spPr>
          <a:xfrm>
            <a:off x="4572000" y="28346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4754880" y="3264408"/>
            <a:ext cx="393192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MPPI</a:t>
            </a:r>
            <a:r>
              <a:rPr lang="en-US" sz="12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scores 5/6 on path efficiency and replanning — actively adapts every cycle.
</a:t>
            </a:r>
            <a:r>
              <a:rPr lang="en-US" sz="12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</a:t>
            </a:r>
            <a:r>
              <a:rPr lang="en-US" sz="1250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scores 0 on 5 of 7 criteria — never moved in any run.
</a:t>
            </a: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obstacle distance stays above robot radius (0.22 m) in all MPPI successes.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Limitations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94360" cy="121615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5943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94183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TEB unavailable on ROS 2 Jazzy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2588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breaking API changes in libg2o and nav2_core prevent compilation. Documented fully — real ecosystem gap affecting published research.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859536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594360" cy="1216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221992"/>
            <a:ext cx="5943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29514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needs better localisation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679192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a static TF instead of AMCL. DWA/RPP requires precise pose estimation — this explains the 0% success rate, not a planner weakness.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75304"/>
            <a:ext cx="859536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575304"/>
            <a:ext cx="594360" cy="1216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575304"/>
            <a:ext cx="5943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64845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MPPI excels in static environments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032504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overall success. Fails in fast-moving dynamic scenarios. Future: AMCL + hybrid TEB/MPPI + real TurtleBot3 hardware deployment.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222885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381</Words>
  <Application>Microsoft Office PowerPoint</Application>
  <PresentationFormat>On-screen Show (16:9)</PresentationFormat>
  <Paragraphs>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Obstacle Avoidance in Autonomous Navigation with ROS 2</dc:title>
  <dc:subject>PptxGenJS Presentation</dc:subject>
  <dc:creator>Md Mushfiqul Islam, Rezoyana Islam Bonna</dc:creator>
  <cp:lastModifiedBy>Islam, Md Mushfiqul</cp:lastModifiedBy>
  <cp:revision>6</cp:revision>
  <dcterms:created xsi:type="dcterms:W3CDTF">2026-03-14T02:53:18Z</dcterms:created>
  <dcterms:modified xsi:type="dcterms:W3CDTF">2026-03-14T21:30:37Z</dcterms:modified>
</cp:coreProperties>
</file>